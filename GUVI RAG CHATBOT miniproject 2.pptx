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c2dbe198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c2dbe198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c2dbe198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c2dbe198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c2dbe19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c2dbe19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c2dbe198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c2dbe198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c2dbe198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c2dbe198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c2dbe198_0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c2dbe198_0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c2dbe198_0_1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c2dbe198_0_1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c2dbe198_0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c2dbe198_0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c2dbe198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c2dbe198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c2dbe198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c2dbe198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c2dbe198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1c2dbe198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c2dbe198_0_1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1c2dbe198_0_1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c2dbe198_0_1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c2dbe198_0_1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config.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 u="sng">
                <a:latin typeface="Times New Roman"/>
                <a:ea typeface="Times New Roman"/>
                <a:cs typeface="Times New Roman"/>
                <a:sym typeface="Times New Roman"/>
              </a:rPr>
              <a:t>GUVI Knowledge Retrieval Chatbot using RAG</a:t>
            </a:r>
            <a:endParaRPr b="1" sz="30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5483700" y="3284025"/>
            <a:ext cx="3348600" cy="74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Hida Fathima P H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60946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22661" y="1641739"/>
            <a:ext cx="8175600" cy="307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lies in the domain of Artificial Intelligence and Educational Technology (EdTech).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focuses on improving student learning experiences using AI-driven conversational systems.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rise of online learning, intelligent chatbots enhance accessibility and personalized learning.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66418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88300" y="1901736"/>
            <a:ext cx="8301600" cy="28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intelligent RAG-based chatbot for the GUVI EdTech platform that assists learners with instant, accurate responses to their queries based on GUVI’s course materials, blogs, FAQs, and documentation.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Challenge: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Standard LLMs (like 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ChatGPT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don't know GUVI's specific, private data and will "hallucinate" or make up answers.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53967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Business Use Cases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445" y="1733174"/>
            <a:ext cx="8115600" cy="31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Course Assistant: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Provides summarized, context-based answers from GUVI’s own data, 24/7.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Technical Query Solver: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Acts as a "first line of defense" for common technical questions, reducing mentor workload and forum noise.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Career &amp; Skill Path Guidance: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retrieve and explain GUVI's course paths and program details based on user goals.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Instructor Support: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Automatically answers common, repetitive student questions.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21136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The Solution: RAG Workflow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26600" y="1944610"/>
            <a:ext cx="5313900" cy="21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system works like an "open-book exam" for the AI, ensuring it </a:t>
            </a:r>
            <a:r>
              <a:rPr i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facts.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1158" y="319150"/>
            <a:ext cx="1309800" cy="4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5854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The Technology Stack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470375" y="1770260"/>
            <a:ext cx="8181300" cy="32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Frontend: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Streamlit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Orchestrator: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LangChain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 (Retrieval):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Hugging Face (all-MiniLM-L6-v2)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FAISS (local)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Generation LLM: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Cohere API (command-a-03-2025)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python-dotenv (for API key management)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448495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latin typeface="Times New Roman"/>
                <a:ea typeface="Times New Roman"/>
                <a:cs typeface="Times New Roman"/>
                <a:sym typeface="Times New Roman"/>
              </a:rPr>
              <a:t> Phase 1 - Building the Knowledge Base (ingest.py)</a:t>
            </a:r>
            <a:endParaRPr b="1" sz="2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412925" y="1579293"/>
            <a:ext cx="8318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Load: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Reads the guvi_data.txt file using TextLoader.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Chunk: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Splits the large document into 258 smaller chunks (1000 characters each) using RecursiveCharacterTextSplitter. This keeps related sentences together.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Embed: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Converts each text chunk into a 384-dimension </a:t>
            </a:r>
            <a:r>
              <a:rPr i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 list of numbers) using the Hugging Face all-MiniLM-L6-v2 model. This vector represents the </a:t>
            </a:r>
            <a:r>
              <a:rPr i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meaning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text.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Store: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Saves all 258 vectors into a high-speed, local FAISS database.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81326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latin typeface="Times New Roman"/>
                <a:ea typeface="Times New Roman"/>
                <a:cs typeface="Times New Roman"/>
                <a:sym typeface="Times New Roman"/>
              </a:rPr>
              <a:t>Phase 2 - The Live Chatbot (app.py)</a:t>
            </a:r>
            <a:endParaRPr b="1" sz="2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536050" y="1320576"/>
            <a:ext cx="811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RAG pipeline in action.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Load: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@st.cache_resource loads the FAISS DB and connects to Cohere </a:t>
            </a:r>
            <a:r>
              <a:rPr i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high performance.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Retrieve: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When a user asks a question, the app embeds the question and uses FAISS to find the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Top-5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most relevant text chunks from the database.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Augment: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LangChain's RetrievalQA chain "stuffs" these 5 chunks into our SYSTEM_PROMPT.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Generate: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complete prompt (Context + Question) is sent to the Cohere LLM, which generates the final, detailed answer.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421136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latin typeface="Times New Roman"/>
                <a:ea typeface="Times New Roman"/>
                <a:cs typeface="Times New Roman"/>
                <a:sym typeface="Times New Roman"/>
              </a:rPr>
              <a:t> The "Brain" - Our System Prompt (config.py)</a:t>
            </a:r>
            <a:endParaRPr b="1" sz="26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508700" y="1694777"/>
            <a:ext cx="8323500" cy="31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SYSTEM_PROMPT in </a:t>
            </a:r>
            <a:r>
              <a:rPr lang="en" sz="20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config.py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how we control the AI. This is how we force the LLM to be factual.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Instructions: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"...based *only* on the provided context."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"...Write a comprehensive, multi-sentence answer (at least 4-8 sentences)."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"If the context does not contain the answer, you MUST say: 'I'm sorry...'"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prompt is what prevents the AI from hallucinating and ensures all answers are detailed and relevant.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448495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 LIVE DEMO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8225" y="1259646"/>
            <a:ext cx="6008950" cy="36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100" y="725788"/>
            <a:ext cx="7263375" cy="429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437552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Project Evaluation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514150" y="1655710"/>
            <a:ext cx="8219400" cy="32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Quantitative (The Numbers):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Latency: Tracked in real-time. The app is fast, with an average latency of ~2-4 seconds per answer (as shown in the sidebar).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Qualitative (The Quality):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Contextual Accuracy (The "Guardrail"): The bot </a:t>
            </a:r>
            <a:r>
              <a:rPr i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correctly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refuses to answer off-topic questions (like the "France" demo).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Response Relevance: The bot provides correct answers to in-context questions (like the "Zen Class" demo).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443023" y="445025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620" u="sng"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  <a:endParaRPr b="1" sz="262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464900" y="1676248"/>
            <a:ext cx="8268600" cy="3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RAG chatbot successfully provides accurate, detailed, and non-hallucinatory answers. It demonstrates a scalable and effective solution for enhancing student support at GUVI.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Deploy: Upload the app to Streamlit Cloud for 24/7 global access.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Data: Add a document uploader to ingest.py to process PDFs, DOCX, and website URLs.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Memory: Implement a true conversational memory so the bot can remember the last few questions.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295285" y="2064680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Thank You!!!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